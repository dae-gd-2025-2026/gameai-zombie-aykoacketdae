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2" r:id="rId10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5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Ayko Acket</a:t>
            </a:r>
            <a:endParaRPr lang="en-BE" sz="3600" b="1" dirty="0"/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Making</a:t>
            </a:r>
            <a:endParaRPr lang="en-BE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35277F7-0EC6-6707-E6EF-D49431CE6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9037"/>
            <a:ext cx="10515600" cy="358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Enemy handling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439301-D607-A7BE-C452-5FF29B9CC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64604"/>
            <a:ext cx="5372405" cy="31724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E41E53-80C3-D122-E06A-C6CBB71ED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524" y="2531643"/>
            <a:ext cx="4491881" cy="245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en-US" sz="4000"/>
              <a:t>Inventory</a:t>
            </a:r>
            <a:endParaRPr lang="en-BE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/>
          </a:bodyPr>
          <a:lstStyle/>
          <a:p>
            <a:r>
              <a:rPr lang="en-US" sz="2000" dirty="0"/>
              <a:t>It only picks up items if the amount It currently has is less than the new item.</a:t>
            </a:r>
          </a:p>
          <a:p>
            <a:r>
              <a:rPr lang="en-US" sz="2000" dirty="0"/>
              <a:t>Heals and eats when it goes below half of the max.</a:t>
            </a:r>
            <a:endParaRPr lang="en-BE" sz="2000" dirty="0"/>
          </a:p>
          <a:p>
            <a:pPr marL="0" indent="0" algn="ctr">
              <a:buNone/>
            </a:pPr>
            <a:endParaRPr lang="en-BE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CCC54A-6120-1CE6-4AC1-2FA2AEFEC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889" y="2405149"/>
            <a:ext cx="8964124" cy="389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8455"/>
            <a:ext cx="10515600" cy="4578508"/>
          </a:xfrm>
        </p:spPr>
        <p:txBody>
          <a:bodyPr/>
          <a:lstStyle/>
          <a:p>
            <a:r>
              <a:rPr lang="en-US" dirty="0"/>
              <a:t>Flee </a:t>
            </a:r>
          </a:p>
          <a:p>
            <a:r>
              <a:rPr lang="en-US" dirty="0"/>
              <a:t>Seek</a:t>
            </a:r>
          </a:p>
          <a:p>
            <a:r>
              <a:rPr lang="en-US" dirty="0"/>
              <a:t>Wander</a:t>
            </a:r>
          </a:p>
          <a:p>
            <a:r>
              <a:rPr lang="en-US" dirty="0"/>
              <a:t>face</a:t>
            </a:r>
            <a:endParaRPr lang="en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0CF848-4924-CC36-A849-AE032A975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392" y="1598455"/>
            <a:ext cx="6628702" cy="384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en-US" sz="4000"/>
              <a:t>Movement - Exploration</a:t>
            </a:r>
            <a:endParaRPr lang="en-BE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619" y="547815"/>
            <a:ext cx="5178960" cy="16805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BE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298E90-AB26-A3A5-7257-E6352FAAA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236" y="2421924"/>
            <a:ext cx="3347109" cy="37111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3E65DC-D700-DF7B-D889-9974686A4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394" y="3063209"/>
            <a:ext cx="5167185" cy="242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3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52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Ayko ACKET</cp:lastModifiedBy>
  <cp:revision>3</cp:revision>
  <dcterms:created xsi:type="dcterms:W3CDTF">2021-12-17T12:45:32Z</dcterms:created>
  <dcterms:modified xsi:type="dcterms:W3CDTF">2026-06-07T11:41:07Z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